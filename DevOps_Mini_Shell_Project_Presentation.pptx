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914400"/>
            <a:ext cx="4114800" cy="36576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OPERATING SYSTEMS &amp; SYSTEM PROGRAMMING (OSSP)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DevOps Mini Shell</a:t>
            </a:r>
          </a:p>
          <a:p>
            <a:pPr>
              <a:defRPr sz="1800">
                <a:solidFill>
                  <a:srgbClr val="0EA5E9"/>
                </a:solidFill>
                <a:latin typeface="Arial"/>
              </a:defRPr>
            </a:pPr>
            <a:r>
              <a:t>A Unified Command-Line Environment for Automated DevOps Workflows &amp; System Observability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291840"/>
            <a:ext cx="9875520" cy="36576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3566160"/>
            <a:ext cx="475488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EA5E9"/>
                </a:solidFill>
              </a:defRPr>
            </a:pPr>
            <a:r>
              <a:t>PROJECT TEAM MEMBERS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 01. Gokul Arnav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 02. Wasim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 03. Binamra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  •  04. Yogith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566160"/>
            <a:ext cx="4754880" cy="26517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CORE IMPLEMENTATION HIGHLIGHTS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Written in pure C utilizing native POSIX system calls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Process Management via fork(), execvp(), and waitpid()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Command chaining with ';' and conditional '&amp;&amp;'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Automated CI/CD execution of .workflow pipelines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Real-time /proc telemetry &amp; audit execution 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Project Overview &amp; Abstract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Unified developer cockpit for version control, containers, builds, and monitoring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Executive 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</a:defRPr>
            </a:pPr>
            <a:r>
              <a:t>The DevOps Mini Shell (devops-shell) is a specialized UNIX/POSIX command-line toolkit and interactive shell designed to unify routine development and operations tasks into a single, cohesive interface.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Unified Environment: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Combines Git version control, Docker container operations, build automation, deployment scripts, and workflow pipelines under one prompt.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Low-Level OS Mastery: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Built from scratch in C to demonstrate core system programming principles: process creation, memory overlay, signals, and virtual filesystem inspection.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Lightweight &amp; Fast: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Operates with zero heavy dependencies or daemons, providing instantaneous startup and near-zero memory footprint (&lt;1MB).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Dual Platform Support: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Native Linux / WSL execution with compatibility fallbacks for Windows environments.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Why DevOps Mini Shell?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Key Motivating Drivers: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Eliminating Tool Fatigue: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Engineers frequently switch between terminal tabs, Git GUIs, Docker desktops, and system monitors. A unified shell streamlines daily operations.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Pedagogical Value for OS Students: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Provides a concrete, real-world application of Operating System abstractions that students typically only study theoretically.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Built-in Workflow Orchestration: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Run complete CI/CD routines locally without configuring enterprise-level server daemons like Jenkins or GitLab CI runners.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Auditability &amp; Governance: </a:t>
            </a:r>
          </a:p>
          <a:p>
            <a:pPr>
              <a:defRPr sz="1150">
                <a:solidFill>
                  <a:srgbClr val="64748B"/>
                </a:solidFill>
              </a:defRPr>
            </a:pPr>
            <a:r>
              <a:t>   Automatically tracks every executed command and its exit status with high-precision ISO timestamps for complete reproducibility.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Statement &amp; Operational Challenges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Addressing the friction of fragmented DevOps workflows and disparate tooling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1. Tool Fragmentation &amp; Inconsistency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• Disjointed Interfaces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Engineers must interact with distinct syntax and CLI structures across Git, Docker, Make, and system tools.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High Cognitive Load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Context-switching between commands increases errors and cognitive overhead for students and developers.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Lack of Cohesion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No single standard shell natively correlates Git repository states with active container and memory health.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2. Inefficient Workflow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• Manual Step Repetition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Standard build-test-deploy cycles require typing 5-10 separate commands in strict sequence.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Silent Failure Vulnerability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In standard shells, executing 'cmd1 ; cmd2' does not verify whether cmd1 succeeded before running cmd2.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Complex Scripting Overhead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Creating robust Bash scripts with error-trapping requires advanced shell scripting knowledge.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3. Absence of Built-in Telemetry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• Blind Operations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Developers deploy code without immediate visibility into available host RAM, CPU uptime, or disk space.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No Unified Audit Log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Terminal histories lack timestamping and process exit codes, complicating debugging of failed builds.</a:t>
            </a:r>
          </a:p>
          <a:p>
            <a:pPr>
              <a:defRPr b="1" sz="1200">
                <a:solidFill>
                  <a:srgbClr val="0F172A"/>
                </a:solidFill>
              </a:defRPr>
            </a:pPr>
            <a:r>
              <a:t>• Heavyweight Alternatives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Enterprise observability stacks (Prometheus, Grafana) are far too heavy for lightweight local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Literature Review: Analysis of Existing Systems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Survey of traditional command-line shells, CI/CD runners, and build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Traditional UNIX Shells (Bash, Zsh, Sh)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Focus &amp; Strengths: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Universal adoption, general-purpose command execution, POSIX compliance, extensive piping and scripting capabilities.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DevOps Limitations: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Completely generic. No native knowledge of Git repositories or Docker daemon health.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Telemetry Gaps: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No single dashboard view; developers must memorize 'ps', 'free -h', 'df -h', 'uptime' and combine them manually.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Logging: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Standard '.bash_history' records commands but drops critical metadata like exact timestamps and return exit codes.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Enterprise CI/CD Systems (Jenkins, GitLab CI)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EA5E9"/>
                </a:solidFill>
              </a:defRPr>
            </a:pPr>
            <a:r>
              <a:t>Focus &amp; Strengths: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Robust distributed pipeline automation, web dashboards, multi-node cloud deployments, secret management.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DevOps Limitations: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Extreme resource overhead; requires server daemons, Java Runtime (JVM), web listeners, and heavy background processes.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Workflow Complexity: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Requires complex YAML or Groovy pipeline DSLs; overkill for local microservices or student projects.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Execution Model: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Designed for remote servers, not interactive, real-time command-line terminal exploration.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Build Wrappers &amp; Task Runners (Make, npm)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0B981"/>
                </a:solidFill>
              </a:defRPr>
            </a:pPr>
            <a:r>
              <a:t>Focus &amp; Strengths: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Target-based dependency resolution, incremental compilation, script alias standardization.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DevOps Limitations: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Restricted to compilation or project tasks; not an interactive shell or REPL environment.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Workflow Gaps: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Cannot monitor live system memory, process trees, or manage interactive Git branch checkouts.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Scope Limitation: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Operates as a one-off utility rather than a continuous operational workspace.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COMPARATIVE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Gaps &amp; Drawbacks in Existing Approaches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Systematic evaluation demonstrating the need for a specialized DevOps shell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011680"/>
                <a:gridCol w="2103120"/>
                <a:gridCol w="2011680"/>
                <a:gridCol w="2103120"/>
              </a:tblGrid>
              <a:tr h="68580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Traditional Shells (Bash/Zsh)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Enterprise CI/CD (Jenkins)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Task Runners (Make)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DevOps Mini Shell (Ours)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Interactive DevOps REPL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 (General purpose)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 (Web GUI / Agent)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 (Batch task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YES (Built-in DevOps focus)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Local Pipeline Execution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Requires custom scripts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Complex daemon required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Target-only compilation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YES (Native .workflow runner)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System &amp; Resource 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Disparate commands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Requires plugin stack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YES (Instant 'sysinfo' dashboard)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Memory &amp; Resource Overhead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Low (~5-10 MB)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Very High (&gt;500 MB RAM)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Very Low (~2 MB)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Extremely Low (&lt;1 MB, 0 daemons)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Auditability &amp; Exit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Basic history (no status)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Detailed but heavy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>
                          <a:solidFill>
                            <a:srgbClr val="0F172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50">
                          <a:solidFill>
                            <a:srgbClr val="10B981"/>
                          </a:solidFill>
                        </a:defRPr>
                      </a:pPr>
                      <a:r>
                        <a:t>YES (Timestamped log with exit code)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943600"/>
            <a:ext cx="10698480" cy="548640"/>
          </a:xfrm>
          <a:prstGeom prst="roundRect">
            <a:avLst/>
          </a:prstGeom>
          <a:solidFill>
            <a:srgbClr val="E0F2FE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Key Insight: The DevOps Mini Shell bridges the gap between lightweight terminal efficiency and automated DevOps orchestration without server overhead.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Proposed System: DevOps Mini Shell Architecture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A specialized C-based shell designed for streamlined development and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Core Architecture &amp; Design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The Proposed DevOps Mini Shell is designed around four pillars:</a:t>
            </a:r>
          </a:p>
          <a:p>
            <a:pPr>
              <a:defRPr b="1" sz="1200">
                <a:solidFill>
                  <a:srgbClr val="0EA5E9"/>
                </a:solidFill>
              </a:defRPr>
            </a:pPr>
            <a:r>
              <a:t>1. Unified Command Execution: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Integrates Git, Docker, Make, Build, Deploy, and Workflow utilities under a single prompt with intelligent syntax dispatching.</a:t>
            </a:r>
          </a:p>
          <a:p>
            <a:pPr>
              <a:defRPr b="1" sz="1200">
                <a:solidFill>
                  <a:srgbClr val="0EA5E9"/>
                </a:solidFill>
              </a:defRPr>
            </a:pPr>
            <a:r>
              <a:t>2. Conditional Command Chaining: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Implements sequential ';' and conditional '&amp;&amp;' operators, automatically evaluating child process exit codes before running next commands.</a:t>
            </a:r>
          </a:p>
          <a:p>
            <a:pPr>
              <a:defRPr b="1" sz="1200">
                <a:solidFill>
                  <a:srgbClr val="0EA5E9"/>
                </a:solidFill>
              </a:defRPr>
            </a:pPr>
            <a:r>
              <a:t>3. Zero-Dependency CI/CD Engine: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Executes .workflow pipeline scripts locally with step-by-step validation, failure halting, and console reporting.</a:t>
            </a:r>
          </a:p>
          <a:p>
            <a:pPr>
              <a:defRPr b="1" sz="1200">
                <a:solidFill>
                  <a:srgbClr val="0EA5E9"/>
                </a:solidFill>
              </a:defRPr>
            </a:pPr>
            <a:r>
              <a:t>4. Low-Level OS Integration: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Interacts directly with Linux kernel data structures (/proc/uptime, /proc/meminfo) and handles signals (SIGINT) gracefully.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Key Capabilities Implemented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Implemented System Capabilities: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sysinfo / status: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One-shot comprehensive dashboard showing CWD, Uptime, Memory utilization, Git branch/commits, and Docker containers.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workflow &lt;pipeline&gt;: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Executes automated multi-step pipelines with error trapping.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deploy &lt;script&gt;: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Validates and runs staging/production release scripts safely.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build: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Smart builder auto-detecting Makefile, CMakeLists.txt, package.json, or C source.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history &amp; log: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Persistent history recording (.devops_shell_history) and timestamped execution logging (devops_shell.log).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remote &lt;user@host&gt; &lt;cmd&gt;: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Seamless remote execution via SSH integration.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Architecture: Layered Decomposition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Modular decomposition illustrating data flow from terminal input to OS primitives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0F172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EA5E9"/>
                </a:solidFill>
              </a:defRPr>
            </a:pPr>
            <a:r>
              <a:t>LAYER 1: USER INTERACTION &amp; REPL ENGINE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Interactive Terminal Prompt (devops:&lt;cwd&gt;$)  |  ANSI 256-Color Engine  |  Asynchronous SIGINT (Ctrl+C) Signal Trapping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97480"/>
            <a:ext cx="10698480" cy="96012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F172A"/>
                </a:solidFill>
              </a:defRPr>
            </a:pPr>
            <a:r>
              <a:t>LAYER 2: PARSING &amp; COMMAND CHAINING ENGINE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trim(): Strips whitespace  |  • Chaining Parser: Separates ';' (Unconditional) and '&amp;&amp;' (Conditional on Success)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• parse_arguments(): Quote-aware tokenization preserving string arguments (e.g., git commit -m "initial commit")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12080" cy="1371600"/>
          </a:xfrm>
          <a:prstGeom prst="roundRect">
            <a:avLst/>
          </a:prstGeom>
          <a:solidFill>
            <a:srgbClr val="EEF2FF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4338CA"/>
                </a:solidFill>
              </a:defRPr>
            </a:pPr>
            <a:r>
              <a:t>LAYER 3A: BUILT-IN COMMAND SUBSYSTEM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Executed directly in-process without fork overhead:</a:t>
            </a:r>
            <a:br/>
            <a:r>
              <a:t>• cd, pwd, clear, help, exit</a:t>
            </a:r>
            <a:br/>
            <a:r>
              <a:t>• sysinfo, free, uptime, df</a:t>
            </a:r>
            <a:br/>
            <a:r>
              <a:t>• workflow, deploy, build, history,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840480"/>
            <a:ext cx="5212080" cy="13716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50">
                <a:solidFill>
                  <a:srgbClr val="10B981"/>
                </a:solidFill>
              </a:defRPr>
            </a:pPr>
            <a:r>
              <a:t>LAYER 3B: POSIX PROCESS EXECUTION ENGINE</a:t>
            </a:r>
          </a:p>
          <a:p>
            <a:pPr>
              <a:defRPr sz="1050">
                <a:solidFill>
                  <a:srgbClr val="0F172A"/>
                </a:solidFill>
              </a:defRPr>
            </a:pPr>
            <a:r>
              <a:t>External binary dispatch with OS process isolation:</a:t>
            </a:r>
            <a:br/>
            <a:r>
              <a:t>• Process Creation: fork() system call</a:t>
            </a:r>
            <a:br/>
            <a:r>
              <a:t>• Binary Image Overlay: execvp() (git, docker, make, etc.)</a:t>
            </a:r>
            <a:br/>
            <a:r>
              <a:t>• Parent Synchronization: waitpid() &amp; exit status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949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200">
                <a:solidFill>
                  <a:srgbClr val="0EA5E9"/>
                </a:solidFill>
              </a:defRPr>
            </a:pPr>
            <a:r>
              <a:t>LAYER 4: KERNEL TELEMETRY &amp; PERSISTENCE ENGINE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/proc Virtual Filesystem (/proc/meminfo, /proc/uptime)  |  • Persistent History (.devops_shell_history)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Structured Execution Audit Log (devops_shell.log with ISO-8601 Timestamps and Process Exit Codes)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OS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Operating System Principles &amp; Mechanisms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Deep dive into low-level POSIX and System Programming primitives implemented in 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1. Process Management (`fork()`)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28600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Mechanism: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Invokes the 'fork()' system call to duplicate the parent shell process into a child process.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PID Isolation: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Child receives PID 0; parent receives child's PID. Shell address space is completely isolated.</a:t>
            </a:r>
          </a:p>
          <a:p>
            <a:pPr>
              <a:defRPr b="1" sz="1100">
                <a:solidFill>
                  <a:srgbClr val="0F172A"/>
                </a:solidFill>
              </a:defRPr>
            </a:pPr>
            <a:r>
              <a:t>Fault Protection: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If an external command crashes (e.g., Segfault), only the child terminates; the shell REPL survives intact.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2. Image Overlay (`execvp()`)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E9"/>
                </a:solidFill>
              </a:defRPr>
            </a:pPr>
            <a:r>
              <a:t>Mechanism: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Child process executes 'execvp(args[0], args)', replacing its virtual memory image with the target binary.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PATH Resolution: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Automatically traverses the system PATH environment variable to locate tools like 'git' and 'docker'.</a:t>
            </a:r>
          </a:p>
          <a:p>
            <a:pPr>
              <a:defRPr b="1" sz="1100">
                <a:solidFill>
                  <a:srgbClr val="0EA5E9"/>
                </a:solidFill>
              </a:defRPr>
            </a:pPr>
            <a:r>
              <a:t>Argument Vector: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Passes NULL-terminated argument array, preserving flags and quoted string literals.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3. Synchronization (`waitpid()`)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28600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10B981"/>
                </a:solidFill>
              </a:defRPr>
            </a:pPr>
            <a:r>
              <a:t>Mechanism: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Parent blocks using 'waitpid(pid, &amp;status, 0)' until child execution finishes.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Exit Evaluation: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Uses 'WIFEXITED(status)' and 'WEXITSTATUS(status)' to extract precise return code (0 = success).</a:t>
            </a:r>
          </a:p>
          <a:p>
            <a:pPr>
              <a:defRPr b="1" sz="1100">
                <a:solidFill>
                  <a:srgbClr val="10B981"/>
                </a:solidFill>
              </a:defRPr>
            </a:pPr>
            <a:r>
              <a:t>Conditional Gating: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Status code feeds directly into the '&amp;&amp;' chaining logic to skip remaining commands on failure.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0" y="178308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4. Kernel /proc &amp; Signals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2286000"/>
            <a:ext cx="21945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59E0B"/>
                </a:solidFill>
              </a:defRPr>
            </a:pPr>
            <a:r>
              <a:t>Signal Trapping: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'signal(SIGINT, handle_sigint)' intercepts Ctrl+C so accidental keystrokes don't kill the shell.</a:t>
            </a:r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Virtual Filesystem: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Directly parses '/proc/meminfo' and '/proc/uptime' kernel files rather than spawning subshells.</a:t>
            </a:r>
          </a:p>
          <a:p>
            <a:pPr>
              <a:defRPr b="1" sz="1100">
                <a:solidFill>
                  <a:srgbClr val="F59E0B"/>
                </a:solidFill>
              </a:defRPr>
            </a:pPr>
            <a:r>
              <a:t>Near-Zero Latency: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Direct file descriptor reads ensure telemetry returns in sub-millisecond execution times.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EXECUTION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How My System Works: Execution Lifecycle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Step-by-step trace of command ingestion, chaining evaluation, dispatch, and logging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Step 1: Input &amp;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Shell fetches CWD via getcwd(), displays prompt, and reads user input using fgets(). Empty inputs are skipped.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Step 2: History Recording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Input string is trimmed and appended to .devops_shell_history before execution for persistence.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Step 3: Chaining Parser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28600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String is scanned for ';' and '&amp;&amp;'. Split into an array of ChainedCommand structs with conditional flags.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Step 4: Tokenizer &amp; Quotes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parse_arguments() converts tokens into argv[]. Supports single/double quotes (e.g. commit messages).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40233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  <a:latin typeface="Arial"/>
              </a:defRPr>
            </a:pPr>
            <a:r>
              <a:t>Step 5: Command Dispatch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Built-ins execute in-process. External tools trigger fork() -&gt; execvp() -&gt; waitpid().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80" y="4023360"/>
            <a:ext cx="347472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0" y="4160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293B"/>
                </a:solidFill>
                <a:latin typeface="Arial"/>
              </a:defRPr>
            </a:pPr>
            <a:r>
              <a:t>Step 6: Logging &amp; Chain 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663440"/>
            <a:ext cx="3108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0F172A"/>
                </a:solidFill>
              </a:defRPr>
            </a:pPr>
            <a:r>
              <a:t>Exit status logged to devops_shell.log. If '&amp;&amp;' follows and status != 0, subsequent commands are safely skipped.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MODULE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Implemented Modules: Git, Docker &amp; Smart Build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Native tooling integrations built into the DevOps Mini Shell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Git &amp; Version Control Module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git status: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Displays current repository state and unstaged modifications.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git summary (Built-in):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Custom automated status: verifies .git directory, fetches active branch, and outputs last 3 commits in oneline format.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git log: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Inspects chronological commit history.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git add &amp; commit: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Supports full staging and message committing preserving quoted descriptions.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git push &amp; pull: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Synchronizes code with remote Git origins effortlessly.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Docker &amp; Container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EA5E9"/>
                </a:solidFill>
              </a:defRPr>
            </a:pPr>
            <a:r>
              <a:t>docker ps: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Inspects currently running container instances.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docker ps -a: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Shows all containers including stopped/exited containers.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docker images: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Lists locally cached container images and tags.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docker status (Built-in):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Checks Docker daemon responsiveness and outputs formatted container summary table.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docker build / run: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Builds container images and runs containers directly from current project directory.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Smart Build Automation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28600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10B981"/>
                </a:solidFill>
              </a:defRPr>
            </a:pPr>
            <a:r>
              <a:t>build (Smart Detector):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Automatically inspects workspace directory using 'stat()' to detect build configurations: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1. Makefile: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Triggers 'make' compilation.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2. CMakeLists.txt: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Triggers 'cmake --build .'.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3. package.json: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Triggers 'npm run build'.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4. devops_shell.c: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Self-compilation via 'gcc devops_shell.c -o devops-shell'.</a:t>
            </a:r>
          </a:p>
          <a:p>
            <a:pPr>
              <a:defRPr b="1" sz="1150">
                <a:solidFill>
                  <a:srgbClr val="10B981"/>
                </a:solidFill>
              </a:defRPr>
            </a:pPr>
            <a:r>
              <a:t>make [target]: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Executes explicit Makefile targets (all, run, test, clean).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MODULE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Workflow Automation &amp; Automated Deployment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CI/CD execution engine parsing .workflow pipelines and deployment runners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CI/CD Pipeline Engine (workflow)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Automated Pipeline Execution (ci_pipeline.workflow):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Declarative File Format: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Parses plain text .workflow files line-by-line.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Comment &amp; Whitespace Filtering: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Ignores comment lines starting with '#' and blank rows.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Sequential Step Dispatch: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Executes each command through execute_command_line(), supporting chaining inside workflow files.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Error Propagation &amp; Halting: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If any step returns a non-zero exit status, the entire workflow halts immediately, preventing faulty deployments.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Pipeline Exit Isolation: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Ignores internal 'exit' commands to preserve parent shell session.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Automated Deployment Engine (deploy)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0B981"/>
                </a:solidFill>
              </a:defRPr>
            </a:pPr>
            <a:r>
              <a:t>Deployment Script Execution (deploy deploy_sample.sh):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File Validation: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Uses stat() to verify deployment script exists and is accessible before spawning execution.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Interpreter Auto-Detection: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Inspects script extension: invokes 'bash' for .sh scripts, 'python3' for .py scripts, or direct binary execution.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Multi-Stage Release Simulation: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Sample deploy_sample.sh demonstrates 4 production stages:</a:t>
            </a:r>
            <a:br/>
            <a:r>
              <a:t>  [1/4] Artifact Validation</a:t>
            </a:r>
            <a:br/>
            <a:r>
              <a:t>  [2/4] Resource Availability Check</a:t>
            </a:r>
            <a:br/>
            <a:r>
              <a:t>  [3/4] Release Package Deployment</a:t>
            </a:r>
            <a:br/>
            <a:r>
              <a:t>  [4/4] HTTP Health Check Smoke Tests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Exit Status Audit: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Returns and logs exact deployment return code to devops_shell.log.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OBSERVABILITY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System Observability, Dashboard &amp; Audit Logging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Instant system telemetry and comprehensive execution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DevOps Dashboard &amp; Telemetry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EA5E9"/>
                </a:solidFill>
              </a:defRPr>
            </a:pPr>
            <a:r>
              <a:t>• sysinfo / status (Unified Dashboard):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Presents a single consolidated status card containing: Working Directory, System Uptime, Memory utilization, Git repo state, and Docker containers.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uptime: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Calculates hours, minutes, seconds from /proc/uptime with sub-second accuracy.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free / memory: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Parses /proc/meminfo to extract Total, Used, Available, Free RAM with percentage utilization.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df / disk: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Displays filesystem storage space and mount partition utilization.</a:t>
            </a:r>
          </a:p>
          <a:p>
            <a:pPr>
              <a:defRPr b="1" sz="1150">
                <a:solidFill>
                  <a:srgbClr val="0EA5E9"/>
                </a:solidFill>
              </a:defRPr>
            </a:pPr>
            <a:r>
              <a:t>• ps: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Monitors running OS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Arial"/>
              </a:defRPr>
            </a:pPr>
            <a:r>
              <a:t>Command History &amp; Audit Trail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F59E0B"/>
                </a:solidFill>
              </a:defRPr>
            </a:pPr>
            <a:r>
              <a:t>Audit Logging Specifications: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history: Persistent record stored in .devops_shell_history.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log [N]: Displays last N entries from devops_shell.log.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3383280"/>
            <a:ext cx="4846320" cy="274320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4D399"/>
                </a:solidFill>
                <a:latin typeface="Consolas"/>
              </a:defRPr>
            </a:pPr>
            <a:r>
              <a:t>=== SAMPLE devops_shell.log ENTRIES ===</a:t>
            </a:r>
            <a:br/>
            <a:br/>
            <a:r>
              <a:t>[2026-10-08 18:20:10] [EXIT:  0] uptime</a:t>
            </a:r>
            <a:br/>
            <a:r>
              <a:t>[2026-10-08 18:20:12] [EXIT:  0] free</a:t>
            </a:r>
            <a:br/>
            <a:r>
              <a:t>[2026-10-08 18:20:15] [EXIT:  0] git summary</a:t>
            </a:r>
            <a:br/>
            <a:r>
              <a:t>[2026-10-08 18:20:20] [EXIT:  0] workflow ci_pipeline.workflow</a:t>
            </a:r>
            <a:br/>
            <a:r>
              <a:t>[2026-10-08 18:20:25] [EXIT:  0] deploy deploy_sample.sh</a:t>
            </a:r>
            <a:br/>
            <a:r>
              <a:t>[2026-10-08 18:20:30] [EXIT:127] invalid_cmd</a:t>
            </a:r>
            <a:br/>
            <a:r>
              <a:t>[2026-10-08 18:20:35] [EXIT:  0] uptime ; pwd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Hardware &amp; Software Requirements &amp; Portability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Environmental specifications and cross-platform compatibility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System Specifications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Minimum Hardware Requirements: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Processor: Intel Core i3 / AMD Ryzen 3 or equivalent (x86_64 or ARM64)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System Memory: 4 GB RAM minimum (DevOps Shell requires &lt; 1 MB RAM)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Storage: 50 MB available disk space for source and binaries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Input/Output: Standard terminal console (80x24 minimum)</a:t>
            </a:r>
          </a:p>
          <a:p>
            <a:br/>
            <a:pPr>
              <a:defRPr b="1" sz="1300">
                <a:solidFill>
                  <a:srgbClr val="0F172A"/>
                </a:solidFill>
              </a:defRPr>
            </a:pPr>
            <a:r>
              <a:t>Software &amp; Tooling Stack: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Operating System: Linux (Ubuntu/Debian) or Windows Subsystem for Linux (WSL2)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Compiler: GCC (GNU Compiler Collection) or Clang (C99 standard)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Build Tool: GNU Make 4.0+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DevOps Tooling: Git 2.20+, Docker Engine 20.10+ (optional for containers)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Cross-Platform Engineering Strategy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Engineered for Seamless Portability: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WSL Integration (run.bat):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Windows batch launcher automatically detects WSL Ubuntu, transparently mounts the project folder, compiles with GCC, and starts devops-shell.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Native Windows API Fallback: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Conditional compilation directives (#ifdef _WIN32) integrate Windows process spawning (_spawnvp), memory info (GlobalMemoryStatusEx), and uptime (GetTickCount64).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Linux / Shell Launcher (run.sh):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Executable shell script setting permissions and executing devops-shell directly.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Makefile Target Suite: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'make', 'make run', 'make test', 'make clean' provide standardized build hooks.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Testing, Validation &amp; Live Demonstration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Empirical results from automated smoke tests and pipeline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Arial"/>
              </a:defRPr>
            </a:pPr>
            <a:r>
              <a:t>Automated Smoke Test Suite (make 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172A"/>
                </a:solidFill>
              </a:defRPr>
            </a:pPr>
            <a:r>
              <a:t>• Automated Test Harness: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Executed via 'make test' using piped input stream: 'help\npwd\nuptime\nfree\ndf\nhistory\nlog 5\nexit\n' | ./devops-shell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Command Parsing Validation: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100% pass rate on single commands, whitespace stripping, and argument tokenization.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Chaining Verification: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Validated unconditional execution (cmd1 ; cmd2) and conditional failure interception (failing_cmd &amp;&amp; next_cmd).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Workflow Pipeline Run: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ci_pipeline.workflow executed 5 consecutive steps, correctly aborting upon injected failure scenarios.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663440"/>
          </a:xfrm>
          <a:prstGeom prst="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>
                <a:solidFill>
                  <a:srgbClr val="34D399"/>
                </a:solidFill>
                <a:latin typeface="Consolas"/>
              </a:defRPr>
            </a:pPr>
            <a:r>
              <a:t>devops:/workspace$ workflow ci_pipeline.workflow</a:t>
            </a:r>
            <a:br/>
            <a:r>
              <a:t>══════════════════════════════════════════════════</a:t>
            </a:r>
            <a:br/>
            <a:r>
              <a:t> ⚡ EXECUTING DEVOPS WORKFLOW PIPELINE</a:t>
            </a:r>
            <a:br/>
            <a:r>
              <a:t>══════════════════════════════════════════════════</a:t>
            </a:r>
            <a:br/>
            <a:r>
              <a:t>--&gt; [Step 1] Executing: uptime</a:t>
            </a:r>
            <a:br/>
            <a:r>
              <a:t>System Uptime: 2 hours, 14 mins, 10 secs</a:t>
            </a:r>
            <a:br/>
            <a:r>
              <a:t>✓ [Step 1 Completed Successfully]</a:t>
            </a:r>
            <a:br/>
            <a:br/>
            <a:r>
              <a:t>--&gt; [Step 2] Executing: free</a:t>
            </a:r>
            <a:br/>
            <a:r>
              <a:t>=== Memory Monitoring (/proc/meminfo) ===</a:t>
            </a:r>
            <a:br/>
            <a:r>
              <a:t>  Total: 7748 MB | Used: 703 MB (9.1%)</a:t>
            </a:r>
            <a:br/>
            <a:r>
              <a:t>✓ [Step 2 Completed Successfully]</a:t>
            </a:r>
            <a:br/>
            <a:br/>
            <a:r>
              <a:t>--&gt; [Step 3] Executing: uptime ; pwd</a:t>
            </a:r>
            <a:br/>
            <a:r>
              <a:t>/workspace</a:t>
            </a:r>
            <a:br/>
            <a:r>
              <a:t>✓ [Step 3 Completed Successfully]</a:t>
            </a:r>
            <a:br/>
            <a:br/>
            <a:r>
              <a:t>🎉 ALL WORKFLOW STEPS COMPLETED SUCCESSFULLY!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Project Conclusion &amp; Future Roadmap</a:t>
            </a:r>
          </a:p>
          <a:p>
            <a:pPr>
              <a:defRPr sz="1300">
                <a:solidFill>
                  <a:srgbClr val="64748B"/>
                </a:solidFill>
                <a:latin typeface="Arial"/>
              </a:defRPr>
            </a:pPr>
            <a:r>
              <a:t>Summary of engineering outcomes and roadmap for extended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Arial"/>
              </a:defRPr>
            </a:pPr>
            <a:r>
              <a:t>Project Achievements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Key Project Milestones Reached: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Working POSIX Shell: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Successfully constructed a specialized C-based shell demonstrating core Operating Systems concepts (fork, execvp, waitpid, signals).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DevOps Tool Consolidation: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Bridged Git, Docker, Make, Smart Build, and Deploy commands into a unified developer interface.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Native Pipeline Automation: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Built a zero-overhead CI/CD pipeline runner (.workflow) with step gating and failure isolation.</a:t>
            </a:r>
          </a:p>
          <a:p>
            <a:pPr>
              <a:defRPr b="1" sz="1200">
                <a:solidFill>
                  <a:srgbClr val="10B981"/>
                </a:solidFill>
              </a:defRPr>
            </a:pPr>
            <a:r>
              <a:t>• Production-Grade Logging: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Implemented timestamped audit logging and history persistence for complete visibility.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  <a:latin typeface="Arial"/>
              </a:defRPr>
            </a:pPr>
            <a:r>
              <a:t>Planned 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E9"/>
                </a:solidFill>
              </a:defRPr>
            </a:pPr>
            <a:r>
              <a:t>Roadmap for Version 2.0: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Background Job Control (&amp;):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Support asynchronous background process execution with 'jobs', 'bg', and 'fg' commands.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I/O Redirection &amp; Piping (|):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Extend parsing to support inter-process pipes ('|') and file redirection ('&gt;', '&gt;&gt;', '&lt;').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Kubernetes Cluster Dashboard: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Add 'k8s status' module to monitor pods, services, and namespaces via kubectl integration.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Webhook Notifications: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Send Slack/Discord/Email notifications upon pipeline completion or failure.</a:t>
            </a:r>
          </a:p>
          <a:p>
            <a:pPr>
              <a:defRPr b="1" sz="1150">
                <a:solidFill>
                  <a:srgbClr val="0F172A"/>
                </a:solidFill>
              </a:defRPr>
            </a:pPr>
            <a:r>
              <a:t>• Multi-Node Orchestration: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Run parallel workflow steps across remote servers via SSH agent integration.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286000" y="1371600"/>
            <a:ext cx="7616952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2200" b="1">
                <a:solidFill>
                  <a:srgbClr val="0EA5E9"/>
                </a:solidFill>
              </a:defRPr>
            </a:pPr>
            <a:r>
              <a:t>DevOps Mini Shell (devops-shell)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Operating Systems and System Programming Project</a:t>
            </a:r>
            <a:br/>
          </a:p>
          <a:p>
            <a:pPr algn="ctr">
              <a:defRPr sz="1400" b="1">
                <a:solidFill>
                  <a:srgbClr val="10B981"/>
                </a:solidFill>
              </a:defRPr>
            </a:pPr>
            <a:r>
              <a:t>TEAM MEMBERS: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01 Gokul Arnav   |   02 Wasim   |   03 Binamra   |   04 Yogith</a:t>
            </a:r>
          </a:p>
          <a:p>
            <a:br/>
            <a:pPr algn="ctr">
              <a:defRPr sz="1600" b="1">
                <a:solidFill>
                  <a:srgbClr val="0EA5E9"/>
                </a:solidFill>
              </a:defRPr>
            </a:pPr>
            <a:r>
              <a:t>Questions &amp; Feedback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